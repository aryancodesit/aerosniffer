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AeroSniffer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 ESP32S3 Multi-Boot Desk Gadget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DeskBuddy 2.0 Kit Build  |  v2.0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aryancodesit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AeroSniffer?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separate devices in one tiny XIAO ESP32S3 chip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 The Companion — Interactive desk pet with animated eyes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 Network Auditor — 802.11 sniffer + web UI control panel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3: Flight Radar — Live ADS-B tracker from OpenSky Network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mode switching via 1.5s long-press on touch sensor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FreeRTOS dual-core architecture (Core 0: data, Core 1: UI)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DeskBuddy 2.0 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purchase. Everything included. Rs 2,299.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Component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Specification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C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Microcontroller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Seeed XIAO ESP32S3 (8MB Flash, 8MB PSRAM)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Display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1.3" ST7789 240x240 Square IPS (SPI)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Touch Input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Red Capacitive Touch Switch Module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Battery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3.7V LiPo (matched to enclosure)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Enclosure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3D Printed Shell (pre-made)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Extras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On/Off switch + USB-C cable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— Only 10 Wires!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Module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XIAO Pins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</a:rPr>
                        <a:t>GPIO #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TFT MOSI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TFT SCLK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TFT CS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TFT DC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TFT RST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Touch SIG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GPIO 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AAAAA"/>
                          </a:solidFill>
                        </a:rPr>
                        <a:t>VCC + GND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AAAAA"/>
                          </a:solidFill>
                        </a:rPr>
                        <a:t>3V3 + GND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AAAAA"/>
                          </a:solidFill>
                        </a:rPr>
                        <a:t>(x2 modules)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1: The Companion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desktop pet with OLED-style animated eyes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Sensor: Tap the roof to "pet" it — triggers happy expression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Emotions: Idle, Happy, Blink, Sleeping (auto-cycles)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Blush marks, glare dots, and smooth smile arcs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perfectly centered on the 240x240 square display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Long-press (1.5s) on touch sensor = switch to Mode 2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2: Security Monitor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Web-UI Hybrid Architecture (optimized for 1.3" screen)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SCREEN: Animated radar sweep + live PKT/s bar + stats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PHONE: Connect to "AeroSniffer-SEC" WiFi AP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at http://192.168.4.1 — start/stop scans, view packets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Promiscuous 802.11 capture with channel hopping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Deauth spike alerting (&gt;10 frames in 5s = ALERT)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desktop app (planned) for USB Serial control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3: Flight Radar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ADS-B flight tracker via OpenSky Network API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home WiFi (STA mode) — polls every 15s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flight cards: callsign, altitude, speed, heading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compass rose + radar dot-map on each card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Auto-scrolls through detected flights in your area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GPS bounding box in Config.h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DeskBuddy 2.0 Enclosure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Pre-made 3D-printed shell — included in the kit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Ultra-compact form factor (XIAO is 21mm x 17.5mm!)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window: pre-cut for 1.3" ST7789 module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sensor: mounted under the roof for head-pats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USB-C slot: access port for charging and firmware updates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compartment: sized for the included LiPo cell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 a premium consumer product on your desk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IDE: Arduino IDE 2.x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Board: XIAO_ESP32S3 (esp32 by Espressif Systems v3.0.x+)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Settings: 8MB Flash, OPI PSRAM, USB CDC On Boot: Enabled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Libraries: TFT_eSPI (display) + ArduinoJson (API)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libraries needed! (mic/DAC/IMU not wired = not needed)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— 2 Easy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Copy TFT_eSPI_UserSetup.h → Arduino/libraries/TFT_eSPI/User_Setup.h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Pre-configured for ST7789 240x240 + XIAO SPI pins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Edit Config.h: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Set WIFI_SSID and WIFI_PASSWORD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Set GPS bounding box (boundingbox.klokantech.com)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Hardware variant HW_DESKBUDDY_2 is already selected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&amp;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Upload SPIFFS data (airlines.db) via LittleFS plugin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Open AeroSniffer.ino → Click Upload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Boot splash appears → Mode 1 (Pet) loads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Tap touch sensor → pet goes happy!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Long-press (1.5s) → cycles through all 3 modes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upload fails: Hold BOOT → Press RESET → Release BOOT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App (Planned)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 (Vercel) or desktop .exe — connects via USB Serial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Marauder control panel when device is plugged in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update checker and OTA capability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how-to tutorial and payload library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packet visualization and export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FreeRTOS dual-core task routing: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Core 0: Background — WiFi, packet capture, API fetch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Core 1: UI Engine — TFT rendering, touch polling, state machine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(#if HAS_MIC, HAS_DAC, etc.) for optional hardware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hardware profiles: HW_DESKBUDDY_2 and HW_DEVKITC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mode teardown/setup — no reboot needed between modes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 your AeroSniffer!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github.com/aryancodesit/AeroSniffer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on DeskBuddy 2.0 Kit  |  Rs 2,299  |  esclabs.in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AeroSniffer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AeroSniffer - XIAO ESP32S3 Multi-Boot Desk Gadget</dc:title>
  <dc:subject>AeroSniffer Documentation — DeskBuddy 2.0 Build</dc:subject>
  <dc:creator>AeroSniffer Developer</dc:creator>
  <cp:lastModifiedBy>AeroSniffer Developer</cp:lastModifiedBy>
  <cp:revision>2</cp:revision>
  <dcterms:created xsi:type="dcterms:W3CDTF">2026-05-24T17:14:47Z</dcterms:created>
  <dcterms:modified xsi:type="dcterms:W3CDTF">2026-05-24T17:14:47Z</dcterms:modified>
</cp:coreProperties>
</file>